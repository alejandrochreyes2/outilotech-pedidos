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2286000" cy="1371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OutilTech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F5F5"/>
                </a:solidFill>
              </a:rPr>
              <a:t>Sistema de 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0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PROPUESTA DE DESARROLLO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85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Modulo de Facturacion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234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C000"/>
                </a:solidFill>
              </a:rPr>
              <a:t>Electronica y 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F5F5"/>
                </a:solidFill>
              </a:rPr>
              <a:t>Plan de Implementacion - OutilTech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200400"/>
            <a:ext cx="2926080" cy="256032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3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Facturacion
Electronica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5F5"/>
                </a:solidFill>
              </a:rPr>
              <a:t>Registro digital
de ventas en punto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200400"/>
            <a:ext cx="2926080" cy="256032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74903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Escaner POS
con ZXing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480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5F5"/>
                </a:solidFill>
              </a:rPr>
              <a:t>Lectura de codigos
desde camara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3200400"/>
            <a:ext cx="2926080" cy="256032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374903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JhonIA
Integrado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4480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5F5"/>
                </a:solidFill>
              </a:rPr>
              <a:t>Asistente IA
en la caja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</a:rPr>
              <a:t>Mayo 2026  |  Presentado a: Cliente OutilTech  |  Equipo Outiltech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ESTADO ACTUAL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Lo que ya esta construido y funcionando en outiltech.co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657600" cy="21945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657600" cy="50292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Pedidos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0195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Registro de ordenes desde outiltech.co
Multiples metodos de envio y entrega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657600" cy="21945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657600" cy="50292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Pasarela Wompi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0195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Pagos con tarjeta, Nequi, Daviplata, Efecty
Integrado y certificado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21945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657600" cy="50292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JhonIA Chatbot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0195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IA con Groq llama-3.3-70b
4 niveles de respuesta inteligente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3657600" cy="21945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3657600" cy="50292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8404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370831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Metricas en tiempo real, historial
de compras, control de usuarios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749039"/>
            <a:ext cx="3657600" cy="21945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749039"/>
            <a:ext cx="3657600" cy="50292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8404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Inventario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370831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403 productos en inventario_stock
114 en catalogo web con triggers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49039"/>
            <a:ext cx="3657600" cy="21945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749039"/>
            <a:ext cx="3657600" cy="50292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8404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Portafolio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370831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outiltech.co productivo con SSL
Traefik y Docker en Hetzner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000"/>
                </a:solidFill>
              </a:rPr>
              <a:t>Todo lo anterior PERMANECE INTACTO. El nuevo modulo se integra encima sin modificar nada existente.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GARANTIAS DE INTEGRIDAD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Nada existente sera modificado ni eliminado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24231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69280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0136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Solo se AGREGAN 2 tablas nuevas: facturas y factura_items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4028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Ninguna tabla existente es tocada (inventario, pedidos, pagos, JhonIA)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7919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Los 784 registros y 403 productos permanecen intactos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118104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Migracion usa CREATE TABLE IF NOT EXISTS - fallo no afecta nada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5669280" cy="24231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BACKEND .NET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0136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Solo se AGREGAN nuevos endpoints al final de Program.cs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4028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Wompi, JhonIA, checkout, emails sin ningun cambio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7919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ApiGateway recibe rutas adicionales, no reemplaza existentes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86200"/>
            <a:ext cx="5669280" cy="24231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86200"/>
            <a:ext cx="5669280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97763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FRONTEND ANGULAR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4531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Un nuevo item en el sidebar - los demas botones no se tocan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9204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Nueva carpeta components/facturacion/ - sin modificar otros componentes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33095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Rutas /dashboard /pedidos /pagos /jhon-ia siguen igual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86200"/>
            <a:ext cx="5669280" cy="2423160"/>
          </a:xfrm>
          <a:prstGeom prst="rect">
            <a:avLst/>
          </a:prstGeom>
          <a:solidFill>
            <a:srgbClr val="2D2D2D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886200"/>
            <a:ext cx="5669280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7763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PRODUCCION Y 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4531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Git commit antes de cada cambio - punto de retorno garantizado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89204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Docker: solo se rebuilden pedidos, apigateway y portafolio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33095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OK  PostgreSQL, MongoDB, Supabase sin reinicio ni perdida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QUE ES EL MODULO DE FACTURACION ELECTRONICA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Sistema POS completo para la cajera y vendedora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5394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</a:rPr>
              <a:t>DEFINICION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</a:rPr>
              <a:t>Un sistema POS (Point of Sale) es la herramienta que usa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la cajera en el mostrador para registrar cada venta,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generar la factura y cobrar al cliente.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Para OutilTech significa: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La cajera busca el producto por codigo o nombre.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El sistema muestra precio y stock disponible.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Se agrega al carrito y se cobra con cualquier metodo.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La factura queda registrada y el stock se descuenta.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Todo queda en las 3 bases de datos simultaneamente: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  Produccion, Local y Supabase.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Adaptado 100% a los productos OutilTech:</a:t>
            </a:r>
          </a:p>
          <a:p>
            <a:pPr algn="l"/>
            <a:r>
              <a:rPr sz="1000" b="0">
                <a:solidFill>
                  <a:srgbClr val="F5F5F5"/>
                </a:solidFill>
              </a:rPr>
              <a:t>accesorios, telefonos, tablets, servicios de tecnologia.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760720" cy="5394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</a:rPr>
              <a:t>CARACTERISTICAS PRINCIPALES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828800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7556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Busqueda inteligente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79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2 letras y autocompletado instantaneo de 517 productos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96312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587752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5146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Scanner con camara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770632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ZXing lee EAN, QR, CODE128 desde celular o tablet gratis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55263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3346703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73551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Factura electronica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29583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Numero automatico FE-2026-XXXX con items, totales, descuentos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014215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4105655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032503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Multiples metodos de pago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288536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Efectivo, Nequi, Daviplata, Tarjeta Wompi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773168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4864607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791455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Stock automatico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047488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Al cobrar descuenta inventario en las 3 bases al instante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532119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5623559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550407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JhonIA en caja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806439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La cajera consulta precios y disponibilidad con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PLAN DE IMPLEMENTACION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 Fases de desarrollo estructuradas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194560" cy="640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44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2194560" cy="32004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C000"/>
                </a:solidFill>
              </a:rPr>
              <a:t>Duracion: Dia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2194560" cy="457200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" y="2212848"/>
            <a:ext cx="9144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167128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Crear tablas: facturas + factura_items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566160"/>
            <a:ext cx="9144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5204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Trigger: cobro descuenta stock auto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" y="4919472"/>
            <a:ext cx="9144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873752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Deploy en Local, Produccion, Supabase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143000"/>
            <a:ext cx="2194560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11704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1444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Backend .NET 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1783080"/>
            <a:ext cx="2194560" cy="32004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C000"/>
                </a:solidFill>
              </a:rPr>
              <a:t>Duracion: Dia 1-2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103120"/>
            <a:ext cx="2194560" cy="4572000"/>
          </a:xfrm>
          <a:prstGeom prst="rect">
            <a:avLst/>
          </a:prstGeom>
          <a:solidFill>
            <a:srgbClr val="2D2D2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2212848"/>
            <a:ext cx="9144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62072" y="2167128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Endpoints POS: buscar, precio, stock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5768" y="3566160"/>
            <a:ext cx="9144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62072" y="35204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Endpoints facturas: crear, pagar, anular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15768" y="4919472"/>
            <a:ext cx="9144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62072" y="4873752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Integracion inventario y ApiGateway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1143000"/>
            <a:ext cx="2194560" cy="64008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11704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1444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Frontend Angular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1783080"/>
            <a:ext cx="2194560" cy="32004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C000"/>
                </a:solidFill>
              </a:rPr>
              <a:t>Duracion: Dia 2-4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80" y="2103120"/>
            <a:ext cx="2194560" cy="4572000"/>
          </a:xfrm>
          <a:prstGeom prst="rect">
            <a:avLst/>
          </a:prstGeom>
          <a:solidFill>
            <a:srgbClr val="2D2D2D"/>
          </a:solidFill>
          <a:ln w="1270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93208" y="2212848"/>
            <a:ext cx="91440" cy="9144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9512" y="2167128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Nuevo item sidebar: Facturacion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93208" y="3566160"/>
            <a:ext cx="91440" cy="9144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9512" y="35204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Pantalla POS: catalogo + carrito + cobro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93208" y="4919472"/>
            <a:ext cx="91440" cy="9144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9512" y="4873752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Scanner ZXing con camara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1143000"/>
            <a:ext cx="219456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11704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FASE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1444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JhonIA y Sync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20" y="1783080"/>
            <a:ext cx="2194560" cy="32004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C000"/>
                </a:solidFill>
              </a:rPr>
              <a:t>Duracion: Dia 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2103120"/>
            <a:ext cx="2194560" cy="4572000"/>
          </a:xfrm>
          <a:prstGeom prst="rect">
            <a:avLst/>
          </a:prstGeom>
          <a:solidFill>
            <a:srgbClr val="2D2D2D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70648" y="2212848"/>
            <a:ext cx="91440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16952" y="2167128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JhonIA integrado en pantalla POS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70648" y="3566160"/>
            <a:ext cx="91440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16952" y="35204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Categoria FACTURACION en conocimiento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0648" y="4919472"/>
            <a:ext cx="91440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16952" y="4873752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Verificacion sync 3 bases de datos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38360" y="1143000"/>
            <a:ext cx="2194560" cy="64008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11704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FASE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1444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Pruebas y Deploy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38360" y="1783080"/>
            <a:ext cx="2194560" cy="32004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8408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C000"/>
                </a:solidFill>
              </a:rPr>
              <a:t>Duracion: Dia 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38360" y="2103120"/>
            <a:ext cx="2194560" cy="4572000"/>
          </a:xfrm>
          <a:prstGeom prst="rect">
            <a:avLst/>
          </a:prstGeom>
          <a:solidFill>
            <a:srgbClr val="2D2D2D"/>
          </a:solidFill>
          <a:ln w="1270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48088" y="2212848"/>
            <a:ext cx="91440" cy="9144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94392" y="2167128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Prueba flujo completo en movil/tablet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48088" y="3566160"/>
            <a:ext cx="91440" cy="9144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94392" y="35204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Docker build y deploy produccion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48088" y="4919472"/>
            <a:ext cx="91440" cy="9144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94392" y="4873752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Git commit y push final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</a:rPr>
              <a:t>Tiempo total estimado: 5 dias de desarrollo  |  Entrega: sistema listo para produccion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ARQUITECTURA TECNICA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Como se conectan todos los componentes del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FRONTEND Angular 21  (outiltech.co/facturacion)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920240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642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Pantalla POS
Cajera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8" y="1600200"/>
            <a:ext cx="1920240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16642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Scanner
ZXing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74336" y="1600200"/>
            <a:ext cx="1920240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0055" y="16642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Historial
Facturas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87183" y="1600200"/>
            <a:ext cx="1920240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3" y="16642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Panel
JhonIA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00032" y="1600200"/>
            <a:ext cx="1920240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5752" y="16642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AppSheet
(existente)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68880"/>
            <a:ext cx="11247120" cy="7315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514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000"/>
                </a:solidFill>
              </a:rPr>
              <a:t>API Gateway  Puerto 5000  /  HTTPS  /  JWT Auth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11247120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169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BACKEND  Microservicios .NET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46120"/>
            <a:ext cx="1920240" cy="1005840"/>
          </a:xfrm>
          <a:prstGeom prst="rect">
            <a:avLst/>
          </a:prstGeom>
          <a:solidFill>
            <a:srgbClr val="2D2D2D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Pedidos
y Facturas
Puerto 3002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246120"/>
            <a:ext cx="1920240" cy="1005840"/>
          </a:xfrm>
          <a:prstGeom prst="rect">
            <a:avLst/>
          </a:prstGeom>
          <a:solidFill>
            <a:srgbClr val="2D2D2D"/>
          </a:solidFill>
          <a:ln w="1905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333756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Inventario
y POS
Nuevo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3246120"/>
            <a:ext cx="1920240" cy="1005840"/>
          </a:xfrm>
          <a:prstGeom prst="rect">
            <a:avLst/>
          </a:prstGeom>
          <a:solidFill>
            <a:srgbClr val="2D2D2D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59" y="333756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Usuarios
Auth
Puerto 3001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246120"/>
            <a:ext cx="1920240" cy="1005840"/>
          </a:xfrm>
          <a:prstGeom prst="rect">
            <a:avLst/>
          </a:prstGeom>
          <a:solidFill>
            <a:srgbClr val="2D2D2D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333756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JhonIA
Groq API
Puerto 3002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3246120"/>
            <a:ext cx="1920240" cy="1005840"/>
          </a:xfrm>
          <a:prstGeom prst="rect">
            <a:avLst/>
          </a:prstGeom>
          <a:solidFill>
            <a:srgbClr val="2D2D2D"/>
          </a:solidFill>
          <a:ln w="1905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333756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Pagos
Wompi
Puerto 3003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97680"/>
            <a:ext cx="11247120" cy="7315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343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5F5"/>
                </a:solidFill>
              </a:rPr>
              <a:t>Capa de Datos  -  Sincronizacion automatica en 3 entornos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63440"/>
            <a:ext cx="274320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663440"/>
            <a:ext cx="2743200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7000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PostgreSQL
Produccion
178.156.222.248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212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5F5"/>
                </a:solidFill>
              </a:rPr>
              <a:t>facturas / inventario / pedidos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663440"/>
            <a:ext cx="274320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83280" y="4663440"/>
            <a:ext cx="2743200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47000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PostgreSQL
Local Desarrollo
localhost:5432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212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5F5"/>
                </a:solidFill>
              </a:rPr>
              <a:t>facturas / inventario / pedidos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663440"/>
            <a:ext cx="274320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663440"/>
            <a:ext cx="2743200" cy="50292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7000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Supabase
Cloud
outiltech.supabase.co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212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5F5"/>
                </a:solidFill>
              </a:rPr>
              <a:t>facturas / inventario / pedidos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4663440"/>
            <a:ext cx="274320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35440" y="4663440"/>
            <a:ext cx="274320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47000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MongoDB
Pagos
Existente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5212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5F5"/>
                </a:solidFill>
              </a:rPr>
              <a:t>facturas / inventario / pedidos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INTERFAZ DE USUARIO  -  PANTALLA 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Lo que vera la cajera en su pantalla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11704320" cy="5577840"/>
          </a:xfrm>
          <a:prstGeom prst="rect">
            <a:avLst/>
          </a:prstGeom>
          <a:solidFill>
            <a:srgbClr val="2D2D2D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11704320" cy="4114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outiltech.co/facturacion   |   Cajera: Jhonnathan H.   |   13/05/2026   |   FE-2026-0047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6858000" cy="5029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</a:rPr>
              <a:t>CATALOGO DE PRODUCTOS  (517 disponibles)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38528"/>
            <a:ext cx="5029200" cy="329184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751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</a:rPr>
              <a:t>Buscar: iph...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938528"/>
            <a:ext cx="1554480" cy="32918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1984248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ESCANEAR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13432"/>
            <a:ext cx="3291840" cy="2560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40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Stock (403)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313432"/>
            <a:ext cx="3337560" cy="256032"/>
          </a:xfrm>
          <a:prstGeom prst="rect">
            <a:avLst/>
          </a:prstGeom>
          <a:solidFill>
            <a:srgbClr val="2D2D2D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34086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F5F5"/>
                </a:solidFill>
              </a:rPr>
              <a:t>Catalogo (114)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61518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000"/>
                </a:solidFill>
              </a:rPr>
              <a:t>CODIGO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1518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000"/>
                </a:solidFill>
              </a:rPr>
              <a:t>DESCRIPCION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151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000"/>
                </a:solidFill>
              </a:rPr>
              <a:t>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615184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000"/>
                </a:solidFill>
              </a:rPr>
              <a:t>PRECIO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834640"/>
            <a:ext cx="667512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880360"/>
            <a:ext cx="6675120" cy="34747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9352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293522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IPHONE 15 PRO 256GB NEGRO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29352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8" y="2935224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$3.200.000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264408"/>
            <a:ext cx="6675120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3192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3192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IPHONE 14 128GB AZUL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3192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331927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$2.400.000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648456"/>
            <a:ext cx="6675120" cy="34747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37033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A003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370332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AIRPODS PRO 2DA GENERACION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37033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9008" y="3703320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$680.000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032504"/>
            <a:ext cx="6675120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" y="40873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A004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40873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CABLE USB-C A LIGHTNING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47488" y="40873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9008" y="4087368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$45.000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416552"/>
            <a:ext cx="6675120" cy="34747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" y="447141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3333"/>
                </a:solidFill>
              </a:rPr>
              <a:t>A005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" y="44714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3333"/>
                </a:solidFill>
              </a:rPr>
              <a:t>FUNDA IPHONE 15 PRO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447141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3333"/>
                </a:solidFill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79008" y="4471416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3333"/>
                </a:solidFill>
              </a:rPr>
              <a:t>SIN STOCK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80" y="1554480"/>
            <a:ext cx="4572000" cy="5029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16002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FACTURA  FE-2026-0047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192024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5F5F5"/>
                </a:solidFill>
              </a:rPr>
              <a:t>Cliente: (venta rapida) | 13/05/2026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60920" y="2212848"/>
            <a:ext cx="4389120" cy="237744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208" y="2240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000"/>
                </a:solidFill>
              </a:rPr>
              <a:t>PRODUCTO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5560" y="22402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000"/>
                </a:solidFill>
              </a:rPr>
              <a:t>CANT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80192" y="22402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000"/>
                </a:solidFill>
              </a:rPr>
              <a:t>SUBTOTAL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60920" y="2487168"/>
            <a:ext cx="4389120" cy="329184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208" y="254203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iPhone 15 Pro 256GB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13848" y="2542032"/>
            <a:ext cx="420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52760" y="254203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$3.200.000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60920" y="2852928"/>
            <a:ext cx="4389120" cy="32918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208" y="290779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AirPods Pro 2da 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13848" y="2907792"/>
            <a:ext cx="420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2907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$1.360.000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60920" y="3218688"/>
            <a:ext cx="4389120" cy="329184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208" y="327355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Cable USB-C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13848" y="3273552"/>
            <a:ext cx="420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52760" y="327355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$135.000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60920" y="3602736"/>
            <a:ext cx="4389120" cy="1828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60920" y="3639312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F5F5"/>
                </a:solidFill>
              </a:rPr>
              <a:t>Subtotal:      $4.695.000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20" y="3877056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F5F5"/>
                </a:solidFill>
              </a:rPr>
              <a:t>Descuento:     $0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60920" y="4151376"/>
            <a:ext cx="4389120" cy="384048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06640" y="4197096"/>
            <a:ext cx="42793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TOTAL:   $4.695.000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60920" y="4590288"/>
            <a:ext cx="1051560" cy="32004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79208" y="46268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Efectivo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76488" y="4590288"/>
            <a:ext cx="1051560" cy="32004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94776" y="46268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Nequi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92056" y="4590288"/>
            <a:ext cx="1051560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10344" y="46268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Tarjeta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707624" y="4590288"/>
            <a:ext cx="1051560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725912" y="46268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Daviplata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60920" y="4956048"/>
            <a:ext cx="4389120" cy="4754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60920" y="502005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COBRAR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662940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A4A4A"/>
                </a:solidFill>
              </a:rPr>
              <a:t>Diseno conceptual - la interfaz final puede variar segun retroalimentacion del cliente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TECNOLOGIAS DIFERENCIADORAS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Scanner ZXing (gratis) + JhonIA integrado en caja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5394960"/>
          </a:xfrm>
          <a:prstGeom prst="rect">
            <a:avLst/>
          </a:prstGeom>
          <a:solidFill>
            <a:srgbClr val="2D2D2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SCANNER CON CAMARA  -  ZXing (SIN COSTO)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Que es ZXing?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Libreria open-source gratuita que convierte la camara del celular o tablet en un lector de codigos de barras profesional. No requiere hardware adicional.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523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Que codigos lee?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0837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EAN-13 de empaques de tienda, CODE-128 de bodegas, QR digitales, CODE-39 internos. Lee TODO lo que trae el empaque del producto fisico.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Como funciona?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Cajera presiona ESCANEAR. La camara se activa. Apunta al codigo. ZXing lo detecta al instante. El sistema agrega el producto a la factura.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079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Productos sin codigo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6402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Para los 403 productos del inventario que no tienen codigo fisico, se generan etiquetas A001, A002... que se imprimen y se pegan al producto.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858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Para servicios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418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Software, consultoria, soporte - la cajera los busca por nombre con 2 letras. Sin scanner necesario.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88720"/>
            <a:ext cx="5577840" cy="5394960"/>
          </a:xfrm>
          <a:prstGeom prst="rect">
            <a:avLst/>
          </a:prstGeom>
          <a:solidFill>
            <a:srgbClr val="2D2D2D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188720"/>
            <a:ext cx="5577840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26187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JHONIA INTEGRADO EN FACTURACION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7451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Asistente en tiempo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1305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La cajera consulta a JhonIA desde la misma pantalla de facturacion sin salir del modulo.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7523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Consultas tipicas en caja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00837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Cuanto vale el iPhone 15? / Hay stock de AirPods? / Cual es la garantia del cable Samsung? / Hay descuento hoy?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Entrenamiento especifico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86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Nueva categoria FACTURACION en conocimiento_jhon con precios actuales, promos y politicas de descuento.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079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Motor Groq llama-3.3-70b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6402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El mismo que funciona en el chatbot publico. Respuesta menor a 2 segundos. 14.400 llamadas por dia disponibles.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858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Sin costo adicional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6418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Usa la misma clave Groq ya configurada en el proyecto. Cero costo extra para el cliente.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SINCRONIZACION AUTOMATICA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Cada venta se registra en las 3 bases de datos simultaneamente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188720"/>
            <a:ext cx="3931920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1261872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CAJERA COBRA EN CAJA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0299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4A4A"/>
                </a:solidFill>
              </a:rPr>
              <a:t>  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331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4A4A"/>
                </a:solidFill>
              </a:rPr>
              <a:t> 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670048"/>
            <a:ext cx="5212080" cy="658368"/>
          </a:xfrm>
          <a:prstGeom prst="rect">
            <a:avLst/>
          </a:prstGeom>
          <a:solidFill>
            <a:srgbClr val="2D2D2D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734056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000"/>
                </a:solidFill>
              </a:rPr>
              <a:t>Backend .NET 8  -  Servicio Facturas  (pedidos:3002)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F5F5"/>
                </a:solidFill>
              </a:rPr>
              <a:t>Escribe en las 3 bases de datos de forma transaccional: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3657600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PRODUCCION
PostgreSQL
178.156.222.248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36008"/>
            <a:ext cx="3657600" cy="192024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facturas (tabla nueva)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2978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factura_items (tabla nueva)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5504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inventario_salidas (trigger)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710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inventario_stock (update stock)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749039"/>
            <a:ext cx="3657600" cy="868680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3794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SUPABASE
Cloud PostgreSQL
outiltech.supabase.co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636008"/>
            <a:ext cx="3657600" cy="1920240"/>
          </a:xfrm>
          <a:prstGeom prst="rect">
            <a:avLst/>
          </a:prstGeom>
          <a:solidFill>
            <a:srgbClr val="2D2D2D"/>
          </a:solidFill>
          <a:ln w="1270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7091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Sync automatico incluido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12978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RLS activo para AppSheet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5504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Realtime publication activa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9710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AppSheet ve los cambios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749039"/>
            <a:ext cx="3657600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794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LOCAL
PostgreSQL
localhost:5432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636008"/>
            <a:ext cx="3657600" cy="1920240"/>
          </a:xfrm>
          <a:prstGeom prst="rect">
            <a:avLst/>
          </a:prstGeom>
          <a:solidFill>
            <a:srgbClr val="2D2D2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47091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Ambiente de desarrollo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512978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Misma estructura exacta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55504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Pruebas sin riesgo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9710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  Espejo de produccion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C000"/>
                </a:solidFill>
              </a:rPr>
              <a:t>Si una escritura falla, la transaccion completa se revierte. El stock nunca queda desincronizado entre bases de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CRONOGRAMA Y PROXIMOS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De la aprobacion al sistema funcionando en produccion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03120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55648"/>
            <a:ext cx="2103120" cy="228600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Tablas facturas y factura_items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5456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Triggers de stock automaticos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6382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Deploy en 3 entornos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6624" y="1188720"/>
            <a:ext cx="2103120" cy="5669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216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1463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6624" y="1755648"/>
            <a:ext cx="2103120" cy="2286000"/>
          </a:xfrm>
          <a:prstGeom prst="rect">
            <a:avLst/>
          </a:prstGeom>
          <a:solidFill>
            <a:srgbClr val="2D2D2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8064" y="1847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Endpoints POS y facturas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2505456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Validacion de stock en tiempo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4" y="316382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ApiGateway actualizado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7488" y="1188720"/>
            <a:ext cx="2103120" cy="566928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8" y="1216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DIA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1463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Frontend 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7488" y="1755648"/>
            <a:ext cx="2103120" cy="2286000"/>
          </a:xfrm>
          <a:prstGeom prst="rect">
            <a:avLst/>
          </a:prstGeom>
          <a:solidFill>
            <a:srgbClr val="2D2D2D"/>
          </a:solidFill>
          <a:ln w="1270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1847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Sidebar actualizado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505456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Pantalla POS con catalogo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16382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Busqueda instantanea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1188720"/>
            <a:ext cx="2103120" cy="5669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2" y="1216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DIA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1463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Frontend II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1755648"/>
            <a:ext cx="2103120" cy="2286000"/>
          </a:xfrm>
          <a:prstGeom prst="rect">
            <a:avLst/>
          </a:prstGeom>
          <a:solidFill>
            <a:srgbClr val="2D2D2D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2" y="1847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Scanner ZXing activo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2505456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JhonIA integrado en caja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16382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Flujo de cobro completo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29216" y="1188720"/>
            <a:ext cx="2103120" cy="566928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74936" y="1216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DIA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4936" y="1463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29216" y="1755648"/>
            <a:ext cx="2103120" cy="2286000"/>
          </a:xfrm>
          <a:prstGeom prst="rect">
            <a:avLst/>
          </a:prstGeom>
          <a:solidFill>
            <a:srgbClr val="2D2D2D"/>
          </a:solidFill>
          <a:ln w="1270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0656" y="184708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Pruebas en movil y tablet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0656" y="2505456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Docker build y deploy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656" y="316382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- Git commit y push final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169663"/>
            <a:ext cx="1161288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224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ENTREGABLES AL FINALIZAR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617720"/>
            <a:ext cx="1737360" cy="192024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617720"/>
            <a:ext cx="173736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645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992624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5"/>
                </a:solidFill>
              </a:rPr>
              <a:t>Modulo POS
funcionando
en outiltech.co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617720"/>
            <a:ext cx="1737360" cy="1920240"/>
          </a:xfrm>
          <a:prstGeom prst="rect">
            <a:avLst/>
          </a:prstGeom>
          <a:solidFill>
            <a:srgbClr val="2D2D2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40" y="4617720"/>
            <a:ext cx="1737360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4645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992624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5"/>
                </a:solidFill>
              </a:rPr>
              <a:t>Scanner de
camara activo
desde celular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617720"/>
            <a:ext cx="1737360" cy="1920240"/>
          </a:xfrm>
          <a:prstGeom prst="rect">
            <a:avLst/>
          </a:prstGeom>
          <a:solidFill>
            <a:srgbClr val="2D2D2D"/>
          </a:solidFill>
          <a:ln w="1270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4617720"/>
            <a:ext cx="1737360" cy="347472"/>
          </a:xfrm>
          <a:prstGeom prst="rect">
            <a:avLst/>
          </a:prstGeom>
          <a:solidFill>
            <a:srgbClr val="00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3400" y="4645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4992624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5"/>
                </a:solidFill>
              </a:rPr>
              <a:t>3 bases de datos
sincronizadas
automaticamente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4617720"/>
            <a:ext cx="1737360" cy="1920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4617720"/>
            <a:ext cx="173736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4645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992624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5"/>
                </a:solidFill>
              </a:rPr>
              <a:t>JhonIA entrenado
para facturacion
electronica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4617720"/>
            <a:ext cx="1737360" cy="1920240"/>
          </a:xfrm>
          <a:prstGeom prst="rect">
            <a:avLst/>
          </a:prstGeom>
          <a:solidFill>
            <a:srgbClr val="2D2D2D"/>
          </a:solidFill>
          <a:ln w="12700">
            <a:solidFill>
              <a:srgbClr val="AA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4617720"/>
            <a:ext cx="1737360" cy="347472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4645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80" y="4992624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5"/>
                </a:solidFill>
              </a:rPr>
              <a:t>Historial de
facturas y
reportes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0" y="4617720"/>
            <a:ext cx="1737360" cy="1920240"/>
          </a:xfrm>
          <a:prstGeom prst="rect">
            <a:avLst/>
          </a:prstGeom>
          <a:solidFill>
            <a:srgbClr val="2D2D2D"/>
          </a:solidFill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58400" y="4617720"/>
            <a:ext cx="1737360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4120" y="4645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4992624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5"/>
                </a:solidFill>
              </a:rPr>
              <a:t>Docker deploy
en produccion
listo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6583680"/>
            <a:ext cx="11612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C000"/>
                </a:solidFill>
              </a:rPr>
              <a:t>Listo para iniciar. Se requiere aprobacion del cliente para comenzar la Fase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